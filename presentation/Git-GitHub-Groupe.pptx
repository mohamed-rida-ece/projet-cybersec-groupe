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0"/>
            <a:ext cx="109728" cy="201168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versions &amp; collaboration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3840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👥  Groupe :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Mohamed-Rida, Youssef, Glody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Bachelor 1 — Cybersécurité &amp; DevOps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1031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34930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0" cy="10515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Qu'est-ce que Git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Historique et concept de versioning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548640" cy="10515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Git vs GitHub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La différence essentielle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548640" cy="10515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Commandes essentielles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clone, add, commit, push, pull...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31720"/>
            <a:ext cx="548640" cy="10515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Workflow collaboratif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Travailler en groupe avec GitHub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66160"/>
            <a:ext cx="548640" cy="10515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Démonstration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Notre repo de projet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66160"/>
            <a:ext cx="548640" cy="10515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3212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Ce qu'on a appris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Qu'est-ce que Git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Définition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Git est un logiciel libre de gestion de versions, créé par Linus Torvalds en 2005.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Il permet de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• Garder un historique de tous les changements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• Revenir à une version précédente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• Travailler à plusieurs sans écraser le travail des autres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840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</a:rPr>
              <a:t>Pourquoi Git 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❌ Avant Git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projet_final_v3_VRAIMENT_FINAL.docx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✅ Avec Git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880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Chaque modification est tracée et datée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✅ Avec Git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On peut collaborer sans conflits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Git vs GitHub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5029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GIT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🖥️  Outil local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Installé sur votre ordinateur
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📂  Gestion de versions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Suit l'historique de vos fichiers
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⚙️  Ligne de commande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git add, git commit, git push...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49E"/>
                </a:solidFill>
              </a:rPr>
              <a:t>VS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8404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05840"/>
            <a:ext cx="3840480" cy="5029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GITHUB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16459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☁️  Service en ligne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Héberge vos dépôts sur internet
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👥  Collaboration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Invitez des coéquipiers sur vos repos
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🌐  Interface web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Visualisez l'historique, les branches...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Commandes essentielles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Copier un dépôt distant sur son PC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Sélectionner les fichiers modifiés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Enregistrer les modifications avec un message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3172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Envoyer les commits sur GitHub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5760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Récupérer les changements des autres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02336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Voir l'état des fichiers (modifiés, en attente...)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Workflow collaboratif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Toujours récupérer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les derniers changements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avant de commencer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19202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1920240" cy="4572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22402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Chaque membre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modifie SES fichiers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(pas les mêmes !)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9202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Enregistrer avec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un message clair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et descriptif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12280" y="1005840"/>
            <a:ext cx="19202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005840"/>
            <a:ext cx="1920240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22402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Envoyer sur 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pour que les autres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puissent voir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⚠️  Règle d'or : ne jamais modifier le même fichier en même temps qu'un coéquipier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Notre dépôt GitHub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</a:rPr>
              <a:t>📁 Structure du repo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Projet-Groupe/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presentation/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Git-GitHub.pptx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notes.md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</a:rPr>
              <a:t>👥 Collaborateurs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374904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● Mohamed-Rida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Chef de groupe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258568"/>
            <a:ext cx="374904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04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● Youssef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Membre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08376"/>
            <a:ext cx="374904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● Glody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Membre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758184"/>
            <a:ext cx="374904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● Professeur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4059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Invité (lecture)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09728" cy="21945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Git permet de versionner son code localement
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GitHub permet de collaborer en ligne
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Les commandes essentielles : clone, add, commit, push, pull
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Le workflow collaboratif évite les conflits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🔗  Dépôt GitHub : 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https://github.com/votre-groupe/Projet-GroupeN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— Groupe</dc:title>
  <dc:subject>PptxGenJS Presentation</dc:subject>
  <dc:creator>PptxGenJS</dc:creator>
  <cp:lastModifiedBy>PptxGenJS</cp:lastModifiedBy>
  <cp:revision>1</cp:revision>
  <dcterms:created xsi:type="dcterms:W3CDTF">2026-05-20T22:14:16Z</dcterms:created>
  <dcterms:modified xsi:type="dcterms:W3CDTF">2026-05-20T22:14:16Z</dcterms:modified>
</cp:coreProperties>
</file>